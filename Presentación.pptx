
<file path=[Content_Types].xml><?xml version="1.0" encoding="utf-8"?>
<Types xmlns="http://schemas.openxmlformats.org/package/2006/content-types">
  <Default ContentType="image/jpeg" Extension="jpeg"/>
  <Default ContentType="video/mp4" Extension="mp4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jpeg" Type="http://schemas.openxmlformats.org/officeDocument/2006/relationships/image"/><Relationship Id="rId4" Target="../media/VAHK7Tzl_Lw.mp4" Type="http://schemas.openxmlformats.org/officeDocument/2006/relationships/video"/><Relationship Id="rId5" Target="../media/VAHK7Tzl_Lw.mp4" Type="http://schemas.microsoft.com/office/2007/relationships/media"/><Relationship Id="rId6" Target="../media/image23.jpeg" Type="http://schemas.openxmlformats.org/officeDocument/2006/relationships/image"/><Relationship Id="rId7" Target="../media/VAHK7QAYwWI.mp4" Type="http://schemas.openxmlformats.org/officeDocument/2006/relationships/video"/><Relationship Id="rId8" Target="../media/VAHK7QAYwWI.mp4" Type="http://schemas.microsoft.com/office/2007/relationships/media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5.jpeg" Type="http://schemas.openxmlformats.org/officeDocument/2006/relationships/image"/><Relationship Id="rId4" Target="../media/VAHK7XSlXfE.mp4" Type="http://schemas.openxmlformats.org/officeDocument/2006/relationships/video"/><Relationship Id="rId5" Target="../media/VAHK7XSlXfE.mp4" Type="http://schemas.microsoft.com/office/2007/relationships/media"/><Relationship Id="rId6" Target="../media/image26.jpeg" Type="http://schemas.openxmlformats.org/officeDocument/2006/relationships/image"/><Relationship Id="rId7" Target="../media/VAHK7UIiG1w.mp4" Type="http://schemas.openxmlformats.org/officeDocument/2006/relationships/video"/><Relationship Id="rId8" Target="../media/VAHK7UIiG1w.mp4" Type="http://schemas.microsoft.com/office/2007/relationships/media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633031" y="4464217"/>
            <a:ext cx="8243857" cy="3091446"/>
          </a:xfrm>
          <a:prstGeom prst="rect">
            <a:avLst/>
          </a:prstGeom>
        </p:spPr>
      </p:pic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9429750" y="4464217"/>
            <a:ext cx="8326155" cy="31223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536448" y="4574286"/>
            <a:ext cx="8337042" cy="2779014"/>
          </a:xfrm>
          <a:prstGeom prst="rect">
            <a:avLst/>
          </a:prstGeom>
        </p:spPr>
      </p:pic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9414510" y="4574286"/>
            <a:ext cx="8337042" cy="27790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" t="0" r="-5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DAHK7fothNA</dc:identifier>
  <dcterms:modified xsi:type="dcterms:W3CDTF">2011-08-01T06:04:30Z</dcterms:modified>
  <cp:revision>1</cp:revision>
</cp:coreProperties>
</file>