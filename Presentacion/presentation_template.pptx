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56" r:id="rId7"/>
    <p:sldId id="257" r:id="rId8"/>
    <p:sldId id="258" r:id="rId9"/>
    <p:sldId id="259" r:id="rId10"/>
    <p:sldId id="270" r:id="rId11"/>
    <p:sldId id="260" r:id="rId12"/>
    <p:sldId id="261" r:id="rId13"/>
    <p:sldId id="262" r:id="rId14"/>
    <p:sldId id="269" r:id="rId15"/>
    <p:sldId id="263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313"/>
    <a:srgbClr val="694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85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172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277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498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rgbClr val="131313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002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 - 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344553"/>
            <a:ext cx="12192000" cy="2387600"/>
          </a:xfrm>
        </p:spPr>
        <p:txBody>
          <a:bodyPr anchor="b"/>
          <a:lstStyle>
            <a:lvl1pPr algn="ctr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824228"/>
            <a:ext cx="12192000" cy="16557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183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6539-5432-4D2C-676D-CECCAAFAE4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818-4C52-3F5F-19F6-A82C770F9E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495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CD0284-111B-9FAC-7B6E-051CA742DA9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122363"/>
            <a:ext cx="9144000" cy="2387600"/>
          </a:xfrm>
        </p:spPr>
        <p:txBody>
          <a:bodyPr anchor="b"/>
          <a:lstStyle>
            <a:lvl1pPr algn="l">
              <a:defRPr sz="6400">
                <a:solidFill>
                  <a:srgbClr val="131313"/>
                </a:solidFill>
                <a:latin typeface="Spline Sans" pitchFamily="2" charset="0"/>
              </a:defRPr>
            </a:lvl1pPr>
          </a:lstStyle>
          <a:p>
            <a:r>
              <a:rPr lang="en-US" dirty="0"/>
              <a:t>Leadership</a:t>
            </a:r>
            <a:br>
              <a:rPr lang="en-US" dirty="0"/>
            </a:br>
            <a:r>
              <a:rPr lang="en-US" dirty="0"/>
              <a:t>During a Crisis</a:t>
            </a:r>
            <a:endParaRPr lang="es-CO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1B87098-0030-3C50-7A43-D22FEA5BA35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602038"/>
            <a:ext cx="9144000" cy="1655762"/>
          </a:xfrm>
        </p:spPr>
        <p:txBody>
          <a:bodyPr/>
          <a:lstStyle>
            <a:lvl1pPr marL="0" indent="0" algn="l">
              <a:buNone/>
              <a:defRPr sz="20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Leading your organization amid uncertainty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50064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CE62-0471-E387-E20A-300863F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2A74-ABC8-7293-B30B-B6E5979C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68FB-B51D-4047-A145-B3B9ADC0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99883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9FE98-8EA0-ACDF-3E34-4822E676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s-C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4D8AF-45F3-B9C8-F408-EB0E3F5F7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C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89415-0CB8-4123-2F6F-37BD78754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5DA9-B01A-4F39-85A4-247A0B0A1BF5}" type="datetimeFigureOut">
              <a:rPr lang="es-CO" smtClean="0"/>
              <a:t>26/02/2026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EC1F6-E45E-21F7-0BC0-EA78BA713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DE398-48C1-A61A-9CE0-18F38D882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1D727-75FA-438D-95B3-7A45410228F4}" type="slidenum">
              <a:rPr lang="es-CO" smtClean="0"/>
              <a:t>‹#›</a:t>
            </a:fld>
            <a:endParaRPr lang="es-CO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3CA78A-486E-C85D-ABDC-9705CA05CFE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59141"/>
            <a:ext cx="1397458" cy="35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2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6" r:id="rId4"/>
    <p:sldLayoutId id="2147483657" r:id="rId5"/>
    <p:sldLayoutId id="2147483655" r:id="rId6"/>
    <p:sldLayoutId id="2147483650" r:id="rId7"/>
    <p:sldLayoutId id="2147483651" r:id="rId8"/>
    <p:sldLayoutId id="2147483652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pline Sans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nter 18pt" panose="02000503000000020004" pitchFamily="2" charset="0"/>
          <a:ea typeface="Inter 18pt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nter 18pt" panose="02000503000000020004" pitchFamily="2" charset="0"/>
          <a:ea typeface="Inter 18pt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nter 18pt" panose="02000503000000020004" pitchFamily="2" charset="0"/>
          <a:ea typeface="Inter 18pt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 18pt" panose="02000503000000020004" pitchFamily="2" charset="0"/>
          <a:ea typeface="Inter 18pt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 18pt" panose="02000503000000020004" pitchFamily="2" charset="0"/>
          <a:ea typeface="Inter 18pt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3FCC004-DC48-A236-4096-34AF67FAA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830983-76FA-5911-CF24-489D7E386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22A8F6-A51B-0707-571A-C3C6D9E48A5A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12A585AE-42D3-A69F-5434-0BC9AF145660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bg1"/>
                </a:solidFill>
              </a:rPr>
              <a:t>Text-to-</a:t>
            </a:r>
            <a:r>
              <a:rPr lang="es-MX" sz="1600" dirty="0" err="1">
                <a:solidFill>
                  <a:schemeClr val="bg1"/>
                </a:solidFill>
              </a:rPr>
              <a:t>speech</a:t>
            </a:r>
            <a:r>
              <a:rPr lang="es-MX" sz="1600" dirty="0">
                <a:solidFill>
                  <a:schemeClr val="bg1"/>
                </a:solidFill>
              </a:rPr>
              <a:t> script </a:t>
            </a:r>
            <a:r>
              <a:rPr lang="es-MX" sz="1600" dirty="0" err="1">
                <a:solidFill>
                  <a:schemeClr val="bg1"/>
                </a:solidFill>
              </a:rPr>
              <a:t>available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23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652923-BE7F-F381-B37A-94874A0C2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F1AE1F2-BD6D-A762-ED89-2127B7960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B89380-D67B-E6DB-3375-27450BAD1194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B8939E61-CDDA-ADC1-D2F2-C0E1CCEB29AA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bg1"/>
                </a:solidFill>
              </a:rPr>
              <a:t>Text-to-</a:t>
            </a:r>
            <a:r>
              <a:rPr lang="es-MX" sz="1600" dirty="0" err="1">
                <a:solidFill>
                  <a:schemeClr val="bg1"/>
                </a:solidFill>
              </a:rPr>
              <a:t>speech</a:t>
            </a:r>
            <a:r>
              <a:rPr lang="es-MX" sz="1600" dirty="0">
                <a:solidFill>
                  <a:schemeClr val="bg1"/>
                </a:solidFill>
              </a:rPr>
              <a:t> script </a:t>
            </a:r>
            <a:r>
              <a:rPr lang="es-MX" sz="1600" dirty="0" err="1">
                <a:solidFill>
                  <a:schemeClr val="bg1"/>
                </a:solidFill>
              </a:rPr>
              <a:t>available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60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46F5-7AEA-BE4A-83DE-5A0F7E2059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Leadership</a:t>
            </a:r>
            <a:r>
              <a:rPr lang="es-MX" dirty="0"/>
              <a:t> 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7AE20F-5302-3F26-B62B-B26639823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through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148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613292-DBCC-9E8C-D52B-D0E698A88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20258E1-5773-AA74-01FE-826E1A2E7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7D22A4-F2E7-CD17-284F-1CB6AC77BC7B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03E002E2-5EAD-61C5-1974-73ED07E97CA3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bg1"/>
                </a:solidFill>
              </a:rPr>
              <a:t>Text-to-</a:t>
            </a:r>
            <a:r>
              <a:rPr lang="es-MX" sz="1600" dirty="0" err="1">
                <a:solidFill>
                  <a:schemeClr val="bg1"/>
                </a:solidFill>
              </a:rPr>
              <a:t>speech</a:t>
            </a:r>
            <a:r>
              <a:rPr lang="es-MX" sz="1600" dirty="0">
                <a:solidFill>
                  <a:schemeClr val="bg1"/>
                </a:solidFill>
              </a:rPr>
              <a:t> script </a:t>
            </a:r>
            <a:r>
              <a:rPr lang="es-MX" sz="1600" dirty="0" err="1">
                <a:solidFill>
                  <a:schemeClr val="bg1"/>
                </a:solidFill>
              </a:rPr>
              <a:t>available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  <a:endParaRPr lang="es-CO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39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050D-FA1D-901A-BF7C-15A0E67668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8565E-9498-252C-8948-80E94FB392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06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597D942B-1457-C3B9-F05B-631C34BD6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57556B0D-4BC3-61A9-E9C3-4CC493D8A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36F814-0997-4D09-8C8A-A8E49B7D7D95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2">
            <a:extLst>
              <a:ext uri="{FF2B5EF4-FFF2-40B4-BE49-F238E27FC236}">
                <a16:creationId xmlns:a16="http://schemas.microsoft.com/office/drawing/2014/main" id="{C8489436-C28C-6030-3E05-DCAF8ACAF93D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bg1"/>
                </a:solidFill>
              </a:rPr>
              <a:t>Text-to-</a:t>
            </a:r>
            <a:r>
              <a:rPr lang="es-MX" sz="1600" dirty="0" err="1">
                <a:solidFill>
                  <a:schemeClr val="bg1"/>
                </a:solidFill>
              </a:rPr>
              <a:t>speech</a:t>
            </a:r>
            <a:r>
              <a:rPr lang="es-MX" sz="1600" dirty="0">
                <a:solidFill>
                  <a:schemeClr val="bg1"/>
                </a:solidFill>
              </a:rPr>
              <a:t> script </a:t>
            </a:r>
            <a:r>
              <a:rPr lang="es-MX" sz="1600" dirty="0" err="1">
                <a:solidFill>
                  <a:schemeClr val="bg1"/>
                </a:solidFill>
              </a:rPr>
              <a:t>available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AAAC8077-B85B-1751-81AF-74A14FA05FF5}"/>
              </a:ext>
            </a:extLst>
          </p:cNvPr>
          <p:cNvSpPr txBox="1">
            <a:spLocks/>
          </p:cNvSpPr>
          <p:nvPr/>
        </p:nvSpPr>
        <p:spPr>
          <a:xfrm>
            <a:off x="8036461" y="5076061"/>
            <a:ext cx="3317341" cy="1143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dirty="0">
                <a:solidFill>
                  <a:schemeClr val="bg1"/>
                </a:solidFill>
              </a:rPr>
              <a:t>PARK JIHYO</a:t>
            </a:r>
          </a:p>
          <a:p>
            <a:r>
              <a:rPr lang="es-CO" sz="1800" dirty="0" err="1">
                <a:solidFill>
                  <a:schemeClr val="bg1"/>
                </a:solidFill>
              </a:rPr>
              <a:t>Founder</a:t>
            </a:r>
            <a:r>
              <a:rPr lang="es-CO" sz="1800" dirty="0">
                <a:solidFill>
                  <a:schemeClr val="bg1"/>
                </a:solidFill>
              </a:rPr>
              <a:t> &amp; CEO</a:t>
            </a:r>
            <a:endParaRPr lang="es-MX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51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EDDB6E4-7A59-B65B-9A78-E92D1A5A8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E814B8-E15C-E7CE-2852-67D6E4FC9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5C4F74-4CFF-9B63-51ED-383E2260B738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ubtitle 2">
            <a:extLst>
              <a:ext uri="{FF2B5EF4-FFF2-40B4-BE49-F238E27FC236}">
                <a16:creationId xmlns:a16="http://schemas.microsoft.com/office/drawing/2014/main" id="{EA8C385E-EC85-CB1E-D75A-E4CC6B1C4A78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>
                <a:solidFill>
                  <a:schemeClr val="bg1"/>
                </a:solidFill>
              </a:rPr>
              <a:t>Text-to-</a:t>
            </a:r>
            <a:r>
              <a:rPr lang="es-MX" sz="1600" dirty="0" err="1">
                <a:solidFill>
                  <a:schemeClr val="bg1"/>
                </a:solidFill>
              </a:rPr>
              <a:t>speech</a:t>
            </a:r>
            <a:r>
              <a:rPr lang="es-MX" sz="1600" dirty="0">
                <a:solidFill>
                  <a:schemeClr val="bg1"/>
                </a:solidFill>
              </a:rPr>
              <a:t> script </a:t>
            </a:r>
            <a:r>
              <a:rPr lang="es-MX" sz="1600" dirty="0" err="1">
                <a:solidFill>
                  <a:schemeClr val="bg1"/>
                </a:solidFill>
              </a:rPr>
              <a:t>available</a:t>
            </a:r>
            <a:r>
              <a:rPr lang="es-MX" sz="1600" dirty="0">
                <a:solidFill>
                  <a:schemeClr val="bg1"/>
                </a:solidFill>
              </a:rPr>
              <a:t>.</a:t>
            </a:r>
            <a:endParaRPr lang="es-CO" sz="1600" dirty="0">
              <a:solidFill>
                <a:schemeClr val="bg1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47BFB0-CD8A-86DA-F9FB-CC57188F8F11}"/>
              </a:ext>
            </a:extLst>
          </p:cNvPr>
          <p:cNvSpPr txBox="1">
            <a:spLocks/>
          </p:cNvSpPr>
          <p:nvPr/>
        </p:nvSpPr>
        <p:spPr>
          <a:xfrm>
            <a:off x="8036461" y="5076061"/>
            <a:ext cx="3317341" cy="1143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dirty="0">
                <a:solidFill>
                  <a:schemeClr val="bg1"/>
                </a:solidFill>
              </a:rPr>
              <a:t>PARK JIHYO</a:t>
            </a:r>
          </a:p>
          <a:p>
            <a:r>
              <a:rPr lang="es-CO" sz="1800" dirty="0" err="1">
                <a:solidFill>
                  <a:schemeClr val="bg1"/>
                </a:solidFill>
              </a:rPr>
              <a:t>Founder</a:t>
            </a:r>
            <a:r>
              <a:rPr lang="es-CO" sz="1800" dirty="0">
                <a:solidFill>
                  <a:schemeClr val="bg1"/>
                </a:solidFill>
              </a:rPr>
              <a:t> &amp; CEO</a:t>
            </a:r>
            <a:endParaRPr lang="es-MX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51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4BFC4A-68D9-E28E-967E-359944006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55960"/>
            <a:ext cx="9144000" cy="1952766"/>
          </a:xfrm>
        </p:spPr>
        <p:txBody>
          <a:bodyPr/>
          <a:lstStyle/>
          <a:p>
            <a:r>
              <a:rPr lang="es-MX" dirty="0" err="1"/>
              <a:t>Leadership</a:t>
            </a:r>
            <a:br>
              <a:rPr lang="es-MX" dirty="0"/>
            </a:br>
            <a:r>
              <a:rPr lang="es-MX" dirty="0" err="1"/>
              <a:t>During</a:t>
            </a:r>
            <a:r>
              <a:rPr lang="es-MX" dirty="0"/>
              <a:t> a Crisis</a:t>
            </a:r>
            <a:endParaRPr lang="es-CO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72C546-DF6E-358C-31A0-F96F85B5A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0802"/>
            <a:ext cx="9144000" cy="345273"/>
          </a:xfrm>
        </p:spPr>
        <p:txBody>
          <a:bodyPr>
            <a:normAutofit lnSpcReduction="10000"/>
          </a:bodyPr>
          <a:lstStyle/>
          <a:p>
            <a:r>
              <a:rPr lang="es-MX" dirty="0" err="1"/>
              <a:t>Leading</a:t>
            </a:r>
            <a:r>
              <a:rPr lang="es-MX" dirty="0"/>
              <a:t> your </a:t>
            </a:r>
            <a:r>
              <a:rPr lang="es-MX" dirty="0" err="1"/>
              <a:t>organization</a:t>
            </a:r>
            <a:r>
              <a:rPr lang="es-MX" dirty="0"/>
              <a:t> </a:t>
            </a:r>
            <a:r>
              <a:rPr lang="es-MX" dirty="0" err="1"/>
              <a:t>amid</a:t>
            </a:r>
            <a:r>
              <a:rPr lang="es-MX" dirty="0"/>
              <a:t> </a:t>
            </a:r>
            <a:r>
              <a:rPr lang="es-MX" dirty="0" err="1"/>
              <a:t>uncertainty</a:t>
            </a:r>
            <a:endParaRPr lang="es-CO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5086EE-3BE8-FFC9-B2B2-6DBEA4E704F9}"/>
              </a:ext>
            </a:extLst>
          </p:cNvPr>
          <p:cNvCxnSpPr>
            <a:cxnSpLocks/>
          </p:cNvCxnSpPr>
          <p:nvPr/>
        </p:nvCxnSpPr>
        <p:spPr>
          <a:xfrm>
            <a:off x="932507" y="5739897"/>
            <a:ext cx="5413973" cy="0"/>
          </a:xfrm>
          <a:prstGeom prst="line">
            <a:avLst/>
          </a:prstGeom>
          <a:ln>
            <a:solidFill>
              <a:srgbClr val="1313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title 2">
            <a:extLst>
              <a:ext uri="{FF2B5EF4-FFF2-40B4-BE49-F238E27FC236}">
                <a16:creationId xmlns:a16="http://schemas.microsoft.com/office/drawing/2014/main" id="{66862346-9388-06B0-8F58-0CE4112E763B}"/>
              </a:ext>
            </a:extLst>
          </p:cNvPr>
          <p:cNvSpPr txBox="1">
            <a:spLocks/>
          </p:cNvSpPr>
          <p:nvPr/>
        </p:nvSpPr>
        <p:spPr>
          <a:xfrm>
            <a:off x="838200" y="5302548"/>
            <a:ext cx="3317341" cy="34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600" dirty="0"/>
              <a:t>Text-to-</a:t>
            </a:r>
            <a:r>
              <a:rPr lang="es-MX" sz="1600" dirty="0" err="1"/>
              <a:t>speech</a:t>
            </a:r>
            <a:r>
              <a:rPr lang="es-MX" sz="1600" dirty="0"/>
              <a:t> script </a:t>
            </a:r>
            <a:r>
              <a:rPr lang="es-MX" sz="1600" dirty="0" err="1"/>
              <a:t>available</a:t>
            </a:r>
            <a:r>
              <a:rPr lang="es-MX" sz="1600" dirty="0"/>
              <a:t>.</a:t>
            </a:r>
            <a:endParaRPr lang="es-CO" sz="16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3342BBC-7F4C-50FF-CB60-882822D5EA8E}"/>
              </a:ext>
            </a:extLst>
          </p:cNvPr>
          <p:cNvSpPr txBox="1">
            <a:spLocks/>
          </p:cNvSpPr>
          <p:nvPr/>
        </p:nvSpPr>
        <p:spPr>
          <a:xfrm>
            <a:off x="8036461" y="5076061"/>
            <a:ext cx="3317341" cy="1143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800" b="1" dirty="0"/>
              <a:t>PARK JIHYO</a:t>
            </a:r>
          </a:p>
          <a:p>
            <a:r>
              <a:rPr lang="es-CO" sz="1800" dirty="0" err="1"/>
              <a:t>Founder</a:t>
            </a:r>
            <a:r>
              <a:rPr lang="es-CO" sz="1800" dirty="0"/>
              <a:t> &amp; CEO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984443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C7C8-DEB3-AB76-DCAE-42A80B393C20}"/>
              </a:ext>
            </a:extLst>
          </p:cNvPr>
          <p:cNvSpPr txBox="1">
            <a:spLocks/>
          </p:cNvSpPr>
          <p:nvPr/>
        </p:nvSpPr>
        <p:spPr>
          <a:xfrm>
            <a:off x="1381973" y="715224"/>
            <a:ext cx="9428053" cy="19527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pline Sans" pitchFamily="2" charset="0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rgbClr val="131313"/>
                </a:solidFill>
              </a:rPr>
              <a:t>CONTENTS OF THIS PRESENTATION</a:t>
            </a:r>
            <a:endParaRPr lang="es-CO" b="1" dirty="0">
              <a:solidFill>
                <a:srgbClr val="13131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751B9-381E-8B62-7665-7ECFB6473F86}"/>
              </a:ext>
            </a:extLst>
          </p:cNvPr>
          <p:cNvSpPr txBox="1"/>
          <p:nvPr/>
        </p:nvSpPr>
        <p:spPr>
          <a:xfrm>
            <a:off x="2873419" y="1859572"/>
            <a:ext cx="6511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131313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Showcase the main subjects of your awesome presentation</a:t>
            </a:r>
            <a:endParaRPr lang="en-US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dirty="0"/>
            </a:br>
            <a:endParaRPr lang="es-CO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66063C-FDB2-2D74-B36F-96D7FEAE7729}"/>
              </a:ext>
            </a:extLst>
          </p:cNvPr>
          <p:cNvSpPr/>
          <p:nvPr/>
        </p:nvSpPr>
        <p:spPr>
          <a:xfrm>
            <a:off x="2841467" y="2757131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91A9D-674D-71EF-CB84-245465A39F71}"/>
              </a:ext>
            </a:extLst>
          </p:cNvPr>
          <p:cNvSpPr txBox="1"/>
          <p:nvPr/>
        </p:nvSpPr>
        <p:spPr>
          <a:xfrm>
            <a:off x="2833417" y="2734654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1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A8889-63CA-9576-A01A-79EE7C5B1EFD}"/>
              </a:ext>
            </a:extLst>
          </p:cNvPr>
          <p:cNvSpPr txBox="1"/>
          <p:nvPr/>
        </p:nvSpPr>
        <p:spPr>
          <a:xfrm>
            <a:off x="3127533" y="2741290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1: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CC53412-18FA-9C3D-8EB4-BBD9FD88A659}"/>
              </a:ext>
            </a:extLst>
          </p:cNvPr>
          <p:cNvSpPr/>
          <p:nvPr/>
        </p:nvSpPr>
        <p:spPr>
          <a:xfrm>
            <a:off x="2841467" y="3172630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B294E-A61A-0853-4098-44113852B39C}"/>
              </a:ext>
            </a:extLst>
          </p:cNvPr>
          <p:cNvSpPr txBox="1"/>
          <p:nvPr/>
        </p:nvSpPr>
        <p:spPr>
          <a:xfrm>
            <a:off x="2833418" y="3150153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2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3D460-94DD-8FB2-0F2F-7E8DCDE43EA9}"/>
              </a:ext>
            </a:extLst>
          </p:cNvPr>
          <p:cNvSpPr txBox="1"/>
          <p:nvPr/>
        </p:nvSpPr>
        <p:spPr>
          <a:xfrm>
            <a:off x="3127533" y="3156789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2: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811F9A-497E-029B-0E3B-F489D77BDD7E}"/>
              </a:ext>
            </a:extLst>
          </p:cNvPr>
          <p:cNvSpPr/>
          <p:nvPr/>
        </p:nvSpPr>
        <p:spPr>
          <a:xfrm>
            <a:off x="2841467" y="3623898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873DFB-9E6B-8C9D-3F86-DF81C09174F0}"/>
              </a:ext>
            </a:extLst>
          </p:cNvPr>
          <p:cNvSpPr txBox="1"/>
          <p:nvPr/>
        </p:nvSpPr>
        <p:spPr>
          <a:xfrm>
            <a:off x="2819960" y="3592216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3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34C59-1940-5B39-7F13-A83F3B8A265F}"/>
              </a:ext>
            </a:extLst>
          </p:cNvPr>
          <p:cNvSpPr txBox="1"/>
          <p:nvPr/>
        </p:nvSpPr>
        <p:spPr>
          <a:xfrm>
            <a:off x="3127533" y="3608057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3: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6BF05F8-C629-F458-3BCE-3483FB271A3C}"/>
              </a:ext>
            </a:extLst>
          </p:cNvPr>
          <p:cNvSpPr/>
          <p:nvPr/>
        </p:nvSpPr>
        <p:spPr>
          <a:xfrm>
            <a:off x="2841467" y="4045595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84D53A-7837-ED1B-1C44-8401D8B205B4}"/>
              </a:ext>
            </a:extLst>
          </p:cNvPr>
          <p:cNvSpPr txBox="1"/>
          <p:nvPr/>
        </p:nvSpPr>
        <p:spPr>
          <a:xfrm>
            <a:off x="2819959" y="4016680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4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97081E-E90F-7FA0-0244-C316E64AE28F}"/>
              </a:ext>
            </a:extLst>
          </p:cNvPr>
          <p:cNvSpPr txBox="1"/>
          <p:nvPr/>
        </p:nvSpPr>
        <p:spPr>
          <a:xfrm>
            <a:off x="3127533" y="4029754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4: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316537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79D15F-1DD9-669D-CB8C-02C6439F9647}"/>
              </a:ext>
            </a:extLst>
          </p:cNvPr>
          <p:cNvSpPr txBox="1">
            <a:spLocks/>
          </p:cNvSpPr>
          <p:nvPr/>
        </p:nvSpPr>
        <p:spPr>
          <a:xfrm>
            <a:off x="1381973" y="715224"/>
            <a:ext cx="9428053" cy="19527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pline Sans" pitchFamily="2" charset="0"/>
                <a:ea typeface="+mj-ea"/>
                <a:cs typeface="+mj-cs"/>
              </a:defRPr>
            </a:lvl1pPr>
          </a:lstStyle>
          <a:p>
            <a:r>
              <a:rPr lang="es-MX" b="1">
                <a:solidFill>
                  <a:srgbClr val="131313"/>
                </a:solidFill>
              </a:rPr>
              <a:t>CONTENTS OF THIS PRESENTATION</a:t>
            </a:r>
            <a:endParaRPr lang="es-CO" b="1" dirty="0">
              <a:solidFill>
                <a:srgbClr val="13131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16334-E06A-8B76-9E09-56F259F4513B}"/>
              </a:ext>
            </a:extLst>
          </p:cNvPr>
          <p:cNvSpPr txBox="1"/>
          <p:nvPr/>
        </p:nvSpPr>
        <p:spPr>
          <a:xfrm>
            <a:off x="2873419" y="1859572"/>
            <a:ext cx="6511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0" i="0" u="none" strike="noStrike" dirty="0">
                <a:solidFill>
                  <a:srgbClr val="131313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Showcase the main subjects of your awesome presentation</a:t>
            </a:r>
            <a:endParaRPr lang="en-US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dirty="0"/>
            </a:br>
            <a:endParaRPr lang="es-CO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556E78-7B80-627C-D890-E445ADE785F3}"/>
              </a:ext>
            </a:extLst>
          </p:cNvPr>
          <p:cNvSpPr/>
          <p:nvPr/>
        </p:nvSpPr>
        <p:spPr>
          <a:xfrm>
            <a:off x="2841467" y="3172630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0AD6C-FA25-0D8B-168C-7AD584BF7E94}"/>
              </a:ext>
            </a:extLst>
          </p:cNvPr>
          <p:cNvSpPr txBox="1"/>
          <p:nvPr/>
        </p:nvSpPr>
        <p:spPr>
          <a:xfrm>
            <a:off x="2833418" y="3150153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2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B1637-7F1F-7E6A-5BB7-B53FCF90AC5A}"/>
              </a:ext>
            </a:extLst>
          </p:cNvPr>
          <p:cNvSpPr txBox="1"/>
          <p:nvPr/>
        </p:nvSpPr>
        <p:spPr>
          <a:xfrm>
            <a:off x="3127533" y="3156789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2: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108C6-D43B-CDC8-3209-490AE57A1EA9}"/>
              </a:ext>
            </a:extLst>
          </p:cNvPr>
          <p:cNvSpPr/>
          <p:nvPr/>
        </p:nvSpPr>
        <p:spPr>
          <a:xfrm>
            <a:off x="2841467" y="3623898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6B253-990B-AAAD-8ABC-7DF370EBB763}"/>
              </a:ext>
            </a:extLst>
          </p:cNvPr>
          <p:cNvSpPr txBox="1"/>
          <p:nvPr/>
        </p:nvSpPr>
        <p:spPr>
          <a:xfrm>
            <a:off x="2819960" y="3592216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3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CD2EC5-A239-C98C-8F19-0DE585B818BC}"/>
              </a:ext>
            </a:extLst>
          </p:cNvPr>
          <p:cNvSpPr txBox="1"/>
          <p:nvPr/>
        </p:nvSpPr>
        <p:spPr>
          <a:xfrm>
            <a:off x="3127533" y="3608057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3: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284378-5B12-AF0A-1147-D9DB384CB373}"/>
              </a:ext>
            </a:extLst>
          </p:cNvPr>
          <p:cNvSpPr/>
          <p:nvPr/>
        </p:nvSpPr>
        <p:spPr>
          <a:xfrm>
            <a:off x="2841467" y="4045595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2C90B-33B9-A77B-0439-FFBDB265A33A}"/>
              </a:ext>
            </a:extLst>
          </p:cNvPr>
          <p:cNvSpPr txBox="1"/>
          <p:nvPr/>
        </p:nvSpPr>
        <p:spPr>
          <a:xfrm>
            <a:off x="2819959" y="4016680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4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0354E-50AE-5C81-EE88-15A14824AD21}"/>
              </a:ext>
            </a:extLst>
          </p:cNvPr>
          <p:cNvSpPr txBox="1"/>
          <p:nvPr/>
        </p:nvSpPr>
        <p:spPr>
          <a:xfrm>
            <a:off x="3127533" y="4029754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4: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C2A413-8F91-5C6A-E6F5-1E0657F2CED9}"/>
              </a:ext>
            </a:extLst>
          </p:cNvPr>
          <p:cNvSpPr/>
          <p:nvPr/>
        </p:nvSpPr>
        <p:spPr>
          <a:xfrm>
            <a:off x="2841467" y="2757131"/>
            <a:ext cx="284746" cy="284746"/>
          </a:xfrm>
          <a:prstGeom prst="ellipse">
            <a:avLst/>
          </a:prstGeom>
          <a:solidFill>
            <a:srgbClr val="694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6E8266-71A6-6212-AB1B-2A895BCF46EC}"/>
              </a:ext>
            </a:extLst>
          </p:cNvPr>
          <p:cNvSpPr txBox="1"/>
          <p:nvPr/>
        </p:nvSpPr>
        <p:spPr>
          <a:xfrm>
            <a:off x="2833417" y="2734654"/>
            <a:ext cx="2806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600" b="1" i="0" u="none" strike="noStrike" dirty="0">
                <a:solidFill>
                  <a:schemeClr val="bg1"/>
                </a:solidFill>
                <a:effectLst/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1</a:t>
            </a:r>
            <a:endParaRPr lang="en-US" sz="1600" b="1" dirty="0">
              <a:solidFill>
                <a:schemeClr val="bg1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089A87-CA4D-7E72-5113-BA40C8326D57}"/>
              </a:ext>
            </a:extLst>
          </p:cNvPr>
          <p:cNvSpPr txBox="1"/>
          <p:nvPr/>
        </p:nvSpPr>
        <p:spPr>
          <a:xfrm>
            <a:off x="3127533" y="2741290"/>
            <a:ext cx="6003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Subject 1: </a:t>
            </a:r>
            <a:r>
              <a:rPr lang="en-US" sz="1600" dirty="0">
                <a:solidFill>
                  <a:srgbClr val="131313"/>
                </a:solidFill>
                <a:latin typeface="Inter 18pt" panose="02000503000000020004" pitchFamily="2" charset="0"/>
                <a:ea typeface="Inter 18pt" panose="02000503000000020004" pitchFamily="2" charset="0"/>
                <a:cs typeface="Rubik" pitchFamily="2" charset="-79"/>
              </a:rPr>
              <a:t>Brief explanation about the content of this subject.</a:t>
            </a:r>
            <a:endParaRPr lang="en-US" sz="1600" b="0" dirty="0">
              <a:solidFill>
                <a:srgbClr val="131313"/>
              </a:solidFill>
              <a:effectLst/>
              <a:latin typeface="Inter 18pt" panose="02000503000000020004" pitchFamily="2" charset="0"/>
              <a:ea typeface="Inter 18pt" panose="02000503000000020004" pitchFamily="2" charset="0"/>
            </a:endParaRPr>
          </a:p>
          <a:p>
            <a:pPr>
              <a:buNone/>
            </a:pPr>
            <a:br>
              <a:rPr lang="en-US" sz="1600" dirty="0"/>
            </a:b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11023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954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59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35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2936C08-51B0-C1D6-8FFE-4F1510F0B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6342" y="1451973"/>
            <a:ext cx="5339316" cy="2387600"/>
          </a:xfrm>
        </p:spPr>
        <p:txBody>
          <a:bodyPr>
            <a:normAutofit/>
          </a:bodyPr>
          <a:lstStyle/>
          <a:p>
            <a:r>
              <a:rPr lang="es-CO" sz="8000" dirty="0" err="1"/>
              <a:t>Thank</a:t>
            </a:r>
            <a:r>
              <a:rPr lang="es-CO" sz="8000" dirty="0"/>
              <a:t> you!</a:t>
            </a:r>
          </a:p>
        </p:txBody>
      </p:sp>
    </p:spTree>
    <p:extLst>
      <p:ext uri="{BB962C8B-B14F-4D97-AF65-F5344CB8AC3E}">
        <p14:creationId xmlns:p14="http://schemas.microsoft.com/office/powerpoint/2010/main" val="79920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32C22-DF34-328C-D6D3-13FDA1A29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6342" y="1451973"/>
            <a:ext cx="5339316" cy="2387600"/>
          </a:xfrm>
        </p:spPr>
        <p:txBody>
          <a:bodyPr>
            <a:normAutofit/>
          </a:bodyPr>
          <a:lstStyle/>
          <a:p>
            <a:r>
              <a:rPr lang="es-CO" sz="8000" dirty="0" err="1"/>
              <a:t>Thank</a:t>
            </a:r>
            <a:r>
              <a:rPr lang="es-CO" sz="8000" dirty="0"/>
              <a:t> you!</a:t>
            </a:r>
          </a:p>
        </p:txBody>
      </p:sp>
    </p:spTree>
    <p:extLst>
      <p:ext uri="{BB962C8B-B14F-4D97-AF65-F5344CB8AC3E}">
        <p14:creationId xmlns:p14="http://schemas.microsoft.com/office/powerpoint/2010/main" val="1053872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271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Inter 18pt</vt:lpstr>
      <vt:lpstr>Spline Sans</vt:lpstr>
      <vt:lpstr>Office Theme</vt:lpstr>
      <vt:lpstr>Leadership During a Crisis</vt:lpstr>
      <vt:lpstr>Leadership During a Crisis</vt:lpstr>
      <vt:lpstr>Leadership  During a Crisis</vt:lpstr>
      <vt:lpstr>Leadership During a Crisis</vt:lpstr>
      <vt:lpstr>Leadership During a Crisis</vt:lpstr>
      <vt:lpstr>Leadership During a Crisis</vt:lpstr>
      <vt:lpstr>Leadership During a Crisis</vt:lpstr>
      <vt:lpstr>Leadership During a Crisis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Carreno</dc:creator>
  <cp:lastModifiedBy>Sebastian Carreno</cp:lastModifiedBy>
  <cp:revision>2</cp:revision>
  <dcterms:created xsi:type="dcterms:W3CDTF">2026-02-21T00:13:36Z</dcterms:created>
  <dcterms:modified xsi:type="dcterms:W3CDTF">2026-02-27T04:57:12Z</dcterms:modified>
</cp:coreProperties>
</file>